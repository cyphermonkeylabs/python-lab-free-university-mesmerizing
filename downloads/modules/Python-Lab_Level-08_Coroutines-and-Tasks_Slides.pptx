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Coroutines and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40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Two tiny coroutines gathered into one result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Write an async def and run it with asyncio.run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Wait for two tasks with asyncio.gather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Tell a coroutine object from the value it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returns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Name the docs page for tasks and timeouts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8_Coroutines-and-Task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FDE3EC"/>
          </a:solidFill>
          <a:ln w="19050">
            <a:solidFill>
              <a:srgbClr val="794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2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422526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Write an async def and run it with asyncio.run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48914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Wait for two tasks with asyncio.gather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33723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Tell a coroutine object from the value it returns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460111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Name the docs page for tasks and timeouts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3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asyncio.run drives one coroutine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BC7D9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FB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async def defines a coroutine.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Calling it does not run the body; 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returns a coroutine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asyncio.run creates an event loop, runs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that coroutine, and closes the loop.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4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asyncio.run drives one coroutine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8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asyncio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async def ping():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"pong"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print(asyncio.run(ping()))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pong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5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gather waits for more than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BC7D9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427226"/>
            <a:ext cx="9829800" cy="1624584"/>
          </a:xfrm>
          <a:prstGeom prst="rect">
            <a:avLst/>
          </a:prstGeom>
          <a:solidFill>
            <a:srgbClr val="FB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asyncio.gather schedules the awaitables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together and returns their results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tasks page in the docs covers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gather, cancellation, and timeouts.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6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gather waits for more than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A8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asyncio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async def add(a, b):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a + 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async def main():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await asyncio.gather(add(1, 2), add(3, 4))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print(asyncio.run(main()))</a:t>
            </a:r>
          </a:p>
        </p:txBody>
      </p:sp>
      <p:pic>
        <p:nvPicPr>
          <p:cNvPr id="1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7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gather waits for more than one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[3, 7]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4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5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8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coroutine is not the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BC7D9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427226"/>
            <a:ext cx="9829800" cy="1624584"/>
          </a:xfrm>
          <a:prstGeom prst="rect">
            <a:avLst/>
          </a:prstGeom>
          <a:solidFill>
            <a:srgbClr val="FB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Printing the coroutine object without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awaiting it does not print the return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189222"/>
            <a:ext cx="9829800" cy="162458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sample closes it so the build does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not warn about a coroutine that was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never awaited.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9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coroutine is not the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8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async def ping():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"pong"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coro = ping()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print(type(coro).__name__)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coro.close()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coroutine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10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BC7D9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FB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calling an async def return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before you await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asyncio.gather preserve about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order?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docs page describes create_task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and timeouts?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94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08   ·   Coroutines and Tasks   ·   11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E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2053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738884"/>
            <a:ext cx="402336" cy="402336"/>
          </a:xfrm>
          <a:prstGeom prst="hexagon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1980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asyncio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https://docs.python.org/3/library/asyncio.html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58160"/>
            <a:ext cx="11430000" cy="2053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78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3883660"/>
            <a:ext cx="402336" cy="402336"/>
          </a:xfrm>
          <a:prstGeom prst="hexagon">
            <a:avLst/>
          </a:prstGeom>
          <a:solidFill>
            <a:srgbClr val="F78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094736"/>
            <a:ext cx="10561320" cy="1980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Coroutines and Tasks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https://docs.python.org/3/library/asyncio-task.html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FCDFE9"/>
          </a:solidFill>
          <a:ln w="19050">
            <a:solidFill>
              <a:srgbClr val="794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Coroutines and Tasks</dc:title>
  <dc:subject>Python Lab Level 8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
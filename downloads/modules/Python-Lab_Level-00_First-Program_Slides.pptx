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181C30"/>
                </a:solidFill>
                <a:latin typeface="Calibri"/>
              </a:rPr>
              <a:t>First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4 hours  ·  Python 3.8+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Hello, me 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Run a one-line program and read what it printed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Read an error message from the last line upward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Find the official docs page for a built-in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function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Explain what a program is in your own words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0_First-Program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DEF7E1"/>
          </a:solidFill>
          <a:ln w="19050">
            <a:solidFill>
              <a:srgbClr val="426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2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422526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Run a one-line program and read what it printed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78125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Read an error message from the last line upward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33723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Find the official docs page for a built-in function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460111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Explain what a program is in your own words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3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a program 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program is a list of instructions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computer follows in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Python reads your file from the top and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does each instruction in turn.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4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Your first 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print shows a value on the screen.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Text goes inside quotes.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5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Your first 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599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print("Hello, me")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print("My first program")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Hello, 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My first program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6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Printing more than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919986"/>
            <a:ext cx="9829800" cy="639064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can print numbers and do arithmetic.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Python works the answer out before 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7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Printing more than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599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print(2 + 3)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print("2 + 3 =", 2 + 3)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2 + 3 =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8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Reading an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An error is not a failure.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traceback is a map: start at the last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line, which names the problem.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example catches the error so you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can see its message.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9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Reading an error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99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try: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print(undefined_name)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except NameError as err: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print("NameError:", err)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10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Reading an error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NameError: name 'undefined_name' is not defined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11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Find the 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73606"/>
            <a:ext cx="9829800" cy="1131823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Every built-in function has a page in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official documentation.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435602"/>
            <a:ext cx="9829800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Search for print() and read its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parameters, such as sep and 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12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Find the docs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599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print("a", "b", "c", sep="-")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print("no newline", end="!")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a-b-c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no newline!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13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print("2 + 3") show, compared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with print(2 + 3)?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Which line of a traceback names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problem?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sep change?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14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Project: Hello, me card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BEEFC4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690878"/>
            <a:ext cx="1097280" cy="1097280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27226"/>
            <a:ext cx="9829800" cy="1624584"/>
          </a:xfrm>
          <a:prstGeom prst="rect">
            <a:avLst/>
          </a:prstGeom>
          <a:solidFill>
            <a:srgbClr val="BEEF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Print four lines: your name, one thing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are learning, one thing you like,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and today's goal.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3675380"/>
            <a:ext cx="11475720" cy="2652268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4452874"/>
            <a:ext cx="1097280" cy="1097280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681982"/>
            <a:ext cx="9829800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Then change the sep between two items.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2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00   ·   First Program   ·   15 / 15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2F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381421"/>
            <a:ext cx="402336" cy="402336"/>
          </a:xfrm>
          <a:prstGeom prst="hexagon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An informal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https://docs.python.org/3/tutorial/introduction.html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43234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811272"/>
            <a:ext cx="402336" cy="402336"/>
          </a:xfrm>
          <a:prstGeom prst="hexagon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379810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print()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https://docs.python.org/3/library/functions.html#print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773085"/>
            <a:ext cx="11430000" cy="133841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7EE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4241122"/>
            <a:ext cx="402336" cy="402336"/>
          </a:xfrm>
          <a:prstGeom prst="hexagon">
            <a:avLst/>
          </a:prstGeom>
          <a:solidFill>
            <a:srgbClr val="7EE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809661"/>
            <a:ext cx="10561320" cy="126525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tutorial: Errors and exceptions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https://docs.python.org/3/tutorial/errors.html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DAF6DE"/>
          </a:solidFill>
          <a:ln w="19050">
            <a:solidFill>
              <a:srgbClr val="426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First Program</dc:title>
  <dc:subject>Python Lab Level 0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
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1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Ecosystem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1200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70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one-page map of three libraries, each with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its docs link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24916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4229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27660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Name three standard-library modules and what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each one is for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1726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419099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04469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Separate a vendored library in this lab from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one that is not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8536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959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81279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Point at the official docs for NumPy, pandas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and Flask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5345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727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58088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Sketch a capstone that only uses libraries you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can cite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10_Ecosystem-Map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DFE2FF"/>
          </a:solidFill>
          <a:ln w="19050">
            <a:solidFill>
              <a:srgbClr val="434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2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Name three standard-library modules and what each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one is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90165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Separate a vendored library in this lab from one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that is not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3945763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Point at the official docs for NumPy, pandas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Flask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1361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Sketch a capstone that only uses libraries you can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cite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3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Start from the standard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BFC5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BF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json, pathlib and math ship with Python.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do not install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737184"/>
            <a:ext cx="9853486" cy="14493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This sample only checks that math.sqrt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returns the value the docs describe for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perfect square.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4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Start from the standard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5A6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math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mods = ["json", "pathlib", "math"]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print(", ".join(mods))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print(math.sqrt(9))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json, pathlib, math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5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lab vendors some libraries and not others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BFC5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154925"/>
            <a:ext cx="788187" cy="788187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9707" y="1041527"/>
            <a:ext cx="10138892" cy="1014983"/>
          </a:xfrm>
          <a:prstGeom prst="rect">
            <a:avLst/>
          </a:prstGeom>
          <a:solidFill>
            <a:srgbClr val="BF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The browser runtime in this site vendors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Pyodide, NumPy 2.4.6 and pandas 3.0.2.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294381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2535923"/>
            <a:ext cx="788187" cy="788187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9707" y="2610484"/>
            <a:ext cx="10138892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Flask is not part of that 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3675379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3916921"/>
            <a:ext cx="788187" cy="788187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9707" y="3891152"/>
            <a:ext cx="10138892" cy="83972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The build machine for these files does not import Flask 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NumPy, so this page does not print their versions.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056377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BCD2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Pentagon 19"/>
          <p:cNvSpPr/>
          <p:nvPr/>
        </p:nvSpPr>
        <p:spPr>
          <a:xfrm>
            <a:off x="530352" y="5297919"/>
            <a:ext cx="788187" cy="788187"/>
          </a:xfrm>
          <a:prstGeom prst="homePlat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9707" y="5401690"/>
            <a:ext cx="10138892" cy="580643"/>
          </a:xfrm>
          <a:prstGeom prst="rect">
            <a:avLst/>
          </a:prstGeom>
          <a:solidFill>
            <a:srgbClr val="F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Read their docs from the links under Sources.</a:t>
            </a:r>
          </a:p>
        </p:txBody>
      </p:sp>
      <p:pic>
        <p:nvPicPr>
          <p:cNvPr id="22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3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6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lab vendors some libraries and not others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A6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vendored_here = ["Pyodide", "NumPy", "pandas"]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not_vendored_here = ["Flask"]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print("vendored: " + ", ".join(vendored_here))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print("not vendored: " + ", ".join(not_vendored_here))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7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1113535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lab vendors some libraries and not others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06143"/>
            <a:ext cx="11384280" cy="492150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1406143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63343"/>
            <a:ext cx="11109960" cy="386994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vendored: Pyodide, NumPy, pandas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not vendored: Flask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8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capstone is a project you 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BFC5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054523"/>
            <a:ext cx="9853486" cy="1449323"/>
          </a:xfrm>
          <a:prstGeom prst="rect">
            <a:avLst/>
          </a:prstGeom>
          <a:solidFill>
            <a:srgbClr val="BF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Pick one small program that uses the standard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library, and optionally NumPy or pandas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inside the lab's browser runner.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Write down the docs page you followed.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954354"/>
            <a:ext cx="9853486" cy="101498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This Level does not grade it and does not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promise a job, a certificate, or a result.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9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BFC5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BF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Name one standard-library module from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first sample.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of NumPy and Flask is vendored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lab's browser runtime?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belongs on your capstone map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besides the library name?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10   ·   Ecosystem Map   ·   10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095451"/>
            <a:ext cx="402336" cy="402336"/>
          </a:xfrm>
          <a:prstGeom prst="hexagon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The Python Tutorial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https://docs.python.org/3/tutorial/index.html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77129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1953361"/>
            <a:ext cx="402336" cy="402336"/>
          </a:xfrm>
          <a:prstGeom prst="hexagon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1807870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NumPy documentation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https://numpy.org/doc/stable/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2920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2811271"/>
            <a:ext cx="402336" cy="402336"/>
          </a:xfrm>
          <a:prstGeom prst="hexagon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665780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pandas documentation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https://pandas.pydata.org/docs/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87115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3669182"/>
            <a:ext cx="402336" cy="402336"/>
          </a:xfrm>
          <a:prstGeom prst="hexagon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523691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Flask documentation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https://flask.palletsprojects.com/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45025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Hexagon 22"/>
          <p:cNvSpPr/>
          <p:nvPr/>
        </p:nvSpPr>
        <p:spPr>
          <a:xfrm>
            <a:off x="502920" y="4527092"/>
            <a:ext cx="402336" cy="402336"/>
          </a:xfrm>
          <a:prstGeom prst="hexagon">
            <a:avLst/>
          </a:prstGeom>
          <a:solidFill>
            <a:srgbClr val="7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381601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Pyodide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https://pyodide.org/en/stable/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DBDEFF"/>
          </a:solidFill>
          <a:ln w="19050">
            <a:solidFill>
              <a:srgbClr val="434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Ecosystem Map</dc:title>
  <dc:subject>Python Lab Level 10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
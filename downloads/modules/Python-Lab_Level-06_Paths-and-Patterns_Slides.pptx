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Paths and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30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tiny note-sorter that accepts --title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Join path pieces with pathlib instead of gluing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strings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Find a number inside text with a regular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expression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Give a small program a command-line option with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argparse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Keep a sample from touching the real filesystem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6_Paths-and-Pattern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D6F9F4"/>
          </a:solidFill>
          <a:ln w="19050">
            <a:solidFill>
              <a:srgbClr val="347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2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234567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Join path pieces with pathlib instead of gluing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strings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78125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Find a number inside text with a regular expression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3945763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Give a small program a command-line option with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argparse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489321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Keep a sample from touching the real filesystem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3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Paths are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EF4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A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pathlib.Path joins pieces with 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as_posix shows the forward-slash form,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is what the docs use in examples.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4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Paths are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44A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from pathlib import Path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path = Path("notes") / "week" / "a.txt"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print(path.as_posix())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print(path.suffix)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notes/week/a.txt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.txt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5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Patterns find a piece of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EF4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A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re.search returns a match object, 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None when nothing matched.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example looks for digits.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6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Patterns find a piece of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44A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match = re.search(r"\d+", "room 12b")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print(match.group(0) if match else "none")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print(re.sub(r"\s+", "-", "a  b   c"))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a-b-c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7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argparse reads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AEF4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427226"/>
            <a:ext cx="9829800" cy="1624584"/>
          </a:xfrm>
          <a:prstGeom prst="rect">
            <a:avLst/>
          </a:prstGeom>
          <a:solidFill>
            <a:srgbClr val="A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parse_args([]) reads an empty argument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list, so the build does not depend 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how the script was started.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default is what a user would get if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they passed no flags.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8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argparse reads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44A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argparse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parser = argparse.ArgumentParser(prog="notes")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parser.add_argument("--title", default="inbox")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args = parser.parse_args([])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print(args.title)</a:t>
            </a:r>
          </a:p>
        </p:txBody>
      </p:sp>
      <p:pic>
        <p:nvPicPr>
          <p:cNvPr id="1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9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argparse reads options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inbox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4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5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10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A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Path("notes") / "a.txt"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produce?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re.search return when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pattern is missing?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Why does this page call parse_args([])?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4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06   ·   Paths and Patterns   ·   11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381421"/>
            <a:ext cx="402336" cy="402336"/>
          </a:xfrm>
          <a:prstGeom prst="hexagon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pathlib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https://docs.python.org/3/library/pathlib.html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43234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811272"/>
            <a:ext cx="402336" cy="402336"/>
          </a:xfrm>
          <a:prstGeom prst="hexagon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379810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https://docs.python.org/3/library/re.html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73085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4241122"/>
            <a:ext cx="402336" cy="402336"/>
          </a:xfrm>
          <a:prstGeom prst="hexagon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809661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argparse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https://docs.python.org/3/library/argparse.html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D1F9F2"/>
          </a:solidFill>
          <a:ln w="19050">
            <a:solidFill>
              <a:srgbClr val="347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20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1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Paths and Patterns</dc:title>
  <dc:subject>Python Lab Level 6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
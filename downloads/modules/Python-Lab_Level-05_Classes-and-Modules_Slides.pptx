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05   ·   Classes and Modules   ·   1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292608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81C30"/>
                </a:solidFill>
                <a:latin typeface="Calibri"/>
              </a:rPr>
              <a:t>LEVEL 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786384"/>
            <a:ext cx="7040880" cy="1097280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81C30"/>
                </a:solidFill>
                <a:latin typeface="Calibri"/>
              </a:rPr>
              <a:t>Classes and Modules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938528"/>
            <a:ext cx="6949440" cy="9418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About 35 hours  ·  Python 3.8+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Project: A Note class plus a one-line import check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Examples run on CPython 3.12.3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990088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3" name="Rounded Rectangle 12"/>
          <p:cNvSpPr/>
          <p:nvPr/>
        </p:nvSpPr>
        <p:spPr>
          <a:xfrm>
            <a:off x="530352" y="316382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017520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Define a class with an __init__ method and read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an attribute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758184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6" name="Rounded Rectangle 15"/>
          <p:cNvSpPr/>
          <p:nvPr/>
        </p:nvSpPr>
        <p:spPr>
          <a:xfrm>
            <a:off x="530352" y="39319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785616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Build one instance and call a method on 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526280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Rounded Rectangle 18"/>
          <p:cNvSpPr/>
          <p:nvPr/>
        </p:nvSpPr>
        <p:spPr>
          <a:xfrm>
            <a:off x="530352" y="470001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" y="4553712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Explain that import runs a module once and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stores it on sys.modules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294376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2" name="Rounded Rectangle 21"/>
          <p:cNvSpPr/>
          <p:nvPr/>
        </p:nvSpPr>
        <p:spPr>
          <a:xfrm>
            <a:off x="530352" y="54681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" y="5321808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Say what a virtual environment isolates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11480"/>
            <a:ext cx="4206240" cy="28803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pic>
        <p:nvPicPr>
          <p:cNvPr id="25" name="Picture 24" descr="Python-Lab_Level-05_Classes-and-Modules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40080"/>
            <a:ext cx="3931920" cy="221284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772400" y="2880360"/>
            <a:ext cx="3931920" cy="3200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81C30"/>
                </a:solidFill>
                <a:latin typeface="Calibri"/>
              </a:rPr>
              <a:t>Cover card for this Level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35240" y="3474720"/>
            <a:ext cx="4206240" cy="2697480"/>
          </a:xfrm>
          <a:prstGeom prst="roundRect">
            <a:avLst>
              <a:gd name="adj" fmla="val 15000"/>
            </a:avLst>
          </a:prstGeom>
          <a:solidFill>
            <a:srgbClr val="FFDADA"/>
          </a:solidFill>
          <a:ln w="19050">
            <a:solidFill>
              <a:srgbClr val="7C38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How to use these slides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Read a slide, then try the code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in your editor or the lab runner.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Green panels are real output.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Not accredited coursework.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05   ·   Classes and Modules   ·   2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56032"/>
            <a:ext cx="11430000" cy="640080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 will be able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051560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640080" y="1391031"/>
            <a:ext cx="512064" cy="5120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1292840" y="2196846"/>
            <a:ext cx="256032" cy="256032"/>
          </a:xfrm>
          <a:prstGeom prst="downArrow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25880" y="1234567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Define a class with an __init__ method and read 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attribute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407158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5" name="Oval 14"/>
          <p:cNvSpPr/>
          <p:nvPr/>
        </p:nvSpPr>
        <p:spPr>
          <a:xfrm>
            <a:off x="640080" y="2746629"/>
            <a:ext cx="512064" cy="512064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1292840" y="3552444"/>
            <a:ext cx="256032" cy="256032"/>
          </a:xfrm>
          <a:prstGeom prst="downArrow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25880" y="2748914"/>
            <a:ext cx="9692640" cy="5074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Build one instance and call a method on 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62756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Oval 18"/>
          <p:cNvSpPr/>
          <p:nvPr/>
        </p:nvSpPr>
        <p:spPr>
          <a:xfrm>
            <a:off x="640080" y="4102227"/>
            <a:ext cx="512064" cy="512064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1292840" y="4908042"/>
            <a:ext cx="256032" cy="256032"/>
          </a:xfrm>
          <a:prstGeom prst="downArrow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25880" y="3945763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Explain that import runs a module once and stores it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on sys.modules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118354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3" name="Oval 22"/>
          <p:cNvSpPr/>
          <p:nvPr/>
        </p:nvSpPr>
        <p:spPr>
          <a:xfrm>
            <a:off x="640080" y="5457825"/>
            <a:ext cx="512064" cy="512064"/>
          </a:xfrm>
          <a:prstGeom prst="ellipse">
            <a:avLst/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5460111"/>
            <a:ext cx="9692640" cy="5074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Say what a virtual environment isolates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05   ·   Classes and Modules   ·   3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class bundles data and methods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B5B5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271693"/>
            <a:ext cx="9853486" cy="1014983"/>
          </a:xfrm>
          <a:prstGeom prst="rect">
            <a:avLst/>
          </a:prstGeom>
          <a:solidFill>
            <a:srgbClr val="FFB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The tutorial describes a class as a way to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bundle data and the operations on that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300984"/>
            <a:ext cx="9853486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__init__ runs when you call the class.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5142314"/>
            <a:ext cx="9853486" cy="639064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self is the instance.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05   ·   Classes and Modules   ·   4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class bundles data and methods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AD4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class Note: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def __init__(self, text):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    self.text = text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def shout(self):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    return self.text.upper()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note = Note("hello")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print(note.text)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print(note.shout())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hello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HELLO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05   ·   Classes and Modules   ·   5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import runs the module 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B5B5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213273"/>
            <a:ext cx="9853486" cy="1131823"/>
          </a:xfrm>
          <a:prstGeom prst="rect">
            <a:avLst/>
          </a:prstGeom>
          <a:solidFill>
            <a:srgbClr val="FFB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import executes a module and keeps the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module object in sys.modules.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054604"/>
            <a:ext cx="9853486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Importing again returns that same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object.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895934"/>
            <a:ext cx="9853486" cy="113182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json is in the standard library, so this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sample does not install anything.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05   ·   Classes and Modules   ·   6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import runs the module 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AD4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import json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import sys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print("json" in sys.modules)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print(json.dumps({"ok": True}))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True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{"ok": true}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05   ·   Classes and Modules   ·   7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virtual environment isolates installs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271270"/>
          </a:xfrm>
          <a:prstGeom prst="roundRect">
            <a:avLst>
              <a:gd name="adj" fmla="val 10000"/>
            </a:avLst>
          </a:prstGeom>
          <a:solidFill>
            <a:srgbClr val="FFB5B5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154925"/>
            <a:ext cx="788187" cy="788187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19707" y="1041527"/>
            <a:ext cx="10138892" cy="1014983"/>
          </a:xfrm>
          <a:prstGeom prst="rect">
            <a:avLst/>
          </a:prstGeom>
          <a:solidFill>
            <a:srgbClr val="FFB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venv creates an environment with its own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site-packages.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294381"/>
            <a:ext cx="11475720" cy="1271270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2535923"/>
            <a:ext cx="788187" cy="788187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19707" y="2610484"/>
            <a:ext cx="10138892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PEP 405 is the design.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3675379"/>
            <a:ext cx="11475720" cy="1271270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3916921"/>
            <a:ext cx="788187" cy="788187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19707" y="3803522"/>
            <a:ext cx="10138892" cy="101498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This page does not create an environment during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the build, because that would write a folder.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5056377"/>
            <a:ext cx="11475720" cy="1271270"/>
          </a:xfrm>
          <a:prstGeom prst="roundRect">
            <a:avLst>
              <a:gd name="adj" fmla="val 10000"/>
            </a:avLst>
          </a:prstGeom>
          <a:solidFill>
            <a:srgbClr val="FFBCD2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0" name="Pentagon 19"/>
          <p:cNvSpPr/>
          <p:nvPr/>
        </p:nvSpPr>
        <p:spPr>
          <a:xfrm>
            <a:off x="530352" y="5297919"/>
            <a:ext cx="788187" cy="788187"/>
          </a:xfrm>
          <a:prstGeom prst="homePlate">
            <a:avLst/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19707" y="5184520"/>
            <a:ext cx="10138892" cy="1014983"/>
          </a:xfrm>
          <a:prstGeom prst="rect">
            <a:avLst/>
          </a:prstGeom>
          <a:solidFill>
            <a:srgbClr val="FFB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The check below only reports that the venv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module can be found.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05   ·   Classes and Modules   ·   8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virtual environment isolates installs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AD4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1116482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import importlib.util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print(importlib.util.find_spec("venv") is not None)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05   ·   Classes and Modules   ·   9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1113535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virtual environment isolates installs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output (1/1)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06143"/>
            <a:ext cx="11384280" cy="492150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1406143"/>
            <a:ext cx="1138428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63343"/>
            <a:ext cx="11109960" cy="386994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True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797296"/>
            <a:ext cx="11109960" cy="42062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05   ·   Classes and Modules   ·   10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Check yourself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B5B5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459653"/>
            <a:ext cx="9853486" cy="639064"/>
          </a:xfrm>
          <a:prstGeom prst="rect">
            <a:avLst/>
          </a:prstGeom>
          <a:solidFill>
            <a:srgbClr val="FFB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When does __init__ run?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054604"/>
            <a:ext cx="9853486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Where does Python keep a module after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first import?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895934"/>
            <a:ext cx="9853486" cy="113182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What does a virtual environment keep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separate?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05   ·   Classes and Modules   ·   11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Sources and licence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Hexagon 10"/>
          <p:cNvSpPr/>
          <p:nvPr/>
        </p:nvSpPr>
        <p:spPr>
          <a:xfrm>
            <a:off x="502920" y="1202690"/>
            <a:ext cx="402336" cy="402336"/>
          </a:xfrm>
          <a:prstGeom prst="hexagon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949959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tutorial: Classes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https://docs.python.org/3/tutorial/classes.html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985772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02920" y="2275078"/>
            <a:ext cx="402336" cy="402336"/>
          </a:xfrm>
          <a:prstGeom prst="hexagon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2022348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tutorial: Modules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https://docs.python.org/3/tutorial/modules.html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058160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Hexagon 16"/>
          <p:cNvSpPr/>
          <p:nvPr/>
        </p:nvSpPr>
        <p:spPr>
          <a:xfrm>
            <a:off x="502920" y="3347466"/>
            <a:ext cx="402336" cy="402336"/>
          </a:xfrm>
          <a:prstGeom prst="hexagon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094736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docs: venv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https://docs.python.org/3/library/venv.html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130548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0" name="Hexagon 19"/>
          <p:cNvSpPr/>
          <p:nvPr/>
        </p:nvSpPr>
        <p:spPr>
          <a:xfrm>
            <a:off x="502920" y="4419854"/>
            <a:ext cx="402336" cy="402336"/>
          </a:xfrm>
          <a:prstGeom prst="hexagon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4167124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PEP 405 – Python Virtual Environments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https://peps.python.org/pep-0405/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184648"/>
            <a:ext cx="11430000" cy="1143000"/>
          </a:xfrm>
          <a:prstGeom prst="roundRect">
            <a:avLst>
              <a:gd name="adj" fmla="val 15000"/>
            </a:avLst>
          </a:prstGeom>
          <a:solidFill>
            <a:srgbClr val="FFD5D5"/>
          </a:solidFill>
          <a:ln w="19050">
            <a:solidFill>
              <a:srgbClr val="7C38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Code © CypherMonkeyLabs, MIT.  Text CC BY-NC-SA 4.0.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Educational material, not accredited coursework. No outcome is promised.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Python is a trademark of the Python Software Foundation.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Classes and Modules</dc:title>
  <dc:subject>Python Lab Level 5</dc:subject>
  <dc:creator>CypherMonkeyLabs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
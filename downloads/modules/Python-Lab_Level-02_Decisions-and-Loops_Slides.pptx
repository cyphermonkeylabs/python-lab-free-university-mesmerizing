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Decisions and Loops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14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number-guess game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Write if, elif and else branches with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comparison and boolean operators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Loop with for and range, and with while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Use break and continue and say when each 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clearer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Trace a small program by hand, line by line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2_Decisions-and-Loop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FFF3D8"/>
          </a:solidFill>
          <a:ln w="19050">
            <a:solidFill>
              <a:srgbClr val="7C6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  <p:pic>
        <p:nvPicPr>
          <p:cNvPr id="28" name="cm-brand" descr=".brand-mon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9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2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234567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Write if, elif and else branches with comparison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boolean operators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48914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Loop with for and range, and with while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33723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Use break and continue and say when each is clearer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60111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Trace a small program by hand, line by line</a:t>
            </a:r>
          </a:p>
        </p:txBody>
      </p:sp>
      <p:pic>
        <p:nvPicPr>
          <p:cNvPr id="25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6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3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Decisions with 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Python runs the first branch whose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is true.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Indentation shows which lines belong to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branch.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4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Decisions with if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score = 72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if score &gt;= 90: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grade = "A"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elif score &gt;= 70: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grade = "C or better"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else: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grade = "keep practising"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print(grade)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C or better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5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Comparing and combining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Comparisons give booleans.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Combine them with and, or, not.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6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Comparing and combining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age = 15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has_ticket = True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print(age &gt;= 13 and has_ticket)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print(not has_ticket)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True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7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Loops with for and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5414264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3071876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3300984"/>
            <a:ext cx="9829800" cy="639064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range(n) counts from 0 up to n - 1.</a:t>
            </a:r>
          </a:p>
        </p:txBody>
      </p:sp>
      <p:pic>
        <p:nvPicPr>
          <p:cNvPr id="13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4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8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Loops with for and range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for i in range(3):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print("lap", i)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print(sum(range(1, 6)))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lap 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lap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lap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9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Loops with while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while loop repeats as long as its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is true.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Change something inside, or it never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ends.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10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Loops with while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n =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while n &gt; 0: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n -=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print("go")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11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break and continue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break leaves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continue skips to the next pass.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12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break and continue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for i in range(10):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if i % 2 == 0: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continue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if i &gt; 7: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break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13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Tracing by 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Write each name and its value after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every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Compare your table with the output.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14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Tracing by 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AD91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total = 0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for i in range(1, 4):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total += 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print(i, total)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1 1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3 6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  <p:pic>
        <p:nvPicPr>
          <p:cNvPr id="17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8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15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branch runs when score is 70?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How many times does for i in range(3)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run its body?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continue do?</a:t>
            </a:r>
          </a:p>
        </p:txBody>
      </p:sp>
      <p:pic>
        <p:nvPicPr>
          <p:cNvPr id="19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0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16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Project: Number-guess game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8B2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FFE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computer picks a number from 1 to 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(use a fixed number first).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89222"/>
            <a:ext cx="9829800" cy="162458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Loop until the guess is right, print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"higher" or "lower", and stop after 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tries.</a:t>
            </a:r>
          </a:p>
        </p:txBody>
      </p:sp>
      <p:pic>
        <p:nvPicPr>
          <p:cNvPr id="16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17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7C6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02   ·   Decisions and Loops   ·   17 / 17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FF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381421"/>
            <a:ext cx="402336" cy="402336"/>
          </a:xfrm>
          <a:prstGeom prst="hexagon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More control flow tools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https://docs.python.org/3/tutorial/controlflow.html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4323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811272"/>
            <a:ext cx="402336" cy="402336"/>
          </a:xfrm>
          <a:prstGeom prst="hexagon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379810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8 Style Guide for Python Code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https://peps.python.org/pep-0008/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73085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D1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4241122"/>
            <a:ext cx="402336" cy="402336"/>
          </a:xfrm>
          <a:prstGeom prst="hexagon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809661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Truth value testing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https://docs.python.org/3/library/stdtypes.html#truth-value-testing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FFF2D4"/>
          </a:solidFill>
          <a:ln w="19050">
            <a:solidFill>
              <a:srgbClr val="7C6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  <p:pic>
        <p:nvPicPr>
          <p:cNvPr id="20" name="cm-brand" descr=".brand-mo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525" y="6343650"/>
            <a:ext cx="341367" cy="341367"/>
          </a:xfrm>
          <a:prstGeom prst="rect">
            <a:avLst/>
          </a:prstGeom>
        </p:spPr>
      </p:pic>
      <p:sp>
        <p:nvSpPr>
          <p:cNvPr id="21" name="cm-brand-text"/>
          <p:cNvSpPr txBox="1"/>
          <p:nvPr/>
        </p:nvSpPr>
        <p:spPr>
          <a:xfrm>
            <a:off x="8290352" y="6377940"/>
            <a:ext cx="25602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AF0"/>
                </a:solidFill>
              </a:rPr>
              <a:t>cyphermonkeylabs.com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Decisions and Loops</dc:title>
  <dc:subject>Python Lab Level 2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
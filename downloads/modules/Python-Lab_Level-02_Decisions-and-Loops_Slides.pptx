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Decisions and Loops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14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A number-guess game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Write if, elif and else branches with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comparison and boolean operators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Loop with for and range, and with while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Use break and continue and say when each is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clearer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Trace a small program by hand, line by 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2_Decisions-and-Loops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FFF3D8"/>
          </a:solidFill>
          <a:ln w="19050">
            <a:solidFill>
              <a:srgbClr val="7C6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2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234567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Write if, elif and else branches with comparison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boolean operators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748914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Loop with for and range, and with while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33723"/>
            <a:ext cx="9692640" cy="44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Use break and continue and say when each is clearer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460111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Trace a small program by hand, line by 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3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Decisions with 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Python runs the first branch whose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is true.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Indentation shows which lines belong 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branch.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4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Decisions with 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9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score = 72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if score &gt;= 90: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grade = "A"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elif score &gt;= 70: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grade = "C or better"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else: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grade = "keep practising"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print(grade)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C or better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5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Comparing and combining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Comparisons give booleans.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Combine them with and, or, 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6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Comparing and combining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9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age = 15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has_ticket = 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print(age &gt;= 13 and has_ticket)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print(not has_ticket)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7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Loops with for and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5414264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3071876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300984"/>
            <a:ext cx="9829800" cy="639064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range(n) counts from 0 up to n - 1.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8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Loops with for and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9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for i in range(3):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print("lap", i)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print(sum(range(1, 6)))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lap 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lap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lap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9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Loops with while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while loop repeats as long as its test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is true.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Change something inside, or it never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10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Loops with while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9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n =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while n &gt; 0: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print(n)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n -=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print("go")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11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break and continue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919986"/>
            <a:ext cx="9829800" cy="639064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break leaves the loop.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continue skips to the next pass.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12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break and continue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9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for i in range(10):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if i % 2 == 0: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continue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if i &gt; 7: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break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13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Tracing by hand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Write each name and its value after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every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Compare your table with the output.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14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Tracing by hand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9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total = 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for i in range(1, 4):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total += 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print(i, total)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1 1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2 3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3 6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15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459653"/>
            <a:ext cx="9853486" cy="639064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branch runs when score is 70?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054604"/>
            <a:ext cx="9853486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How many times does for i in range(3)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run its body?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5142314"/>
            <a:ext cx="9853486" cy="639064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continue 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16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Project: Number-guess game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8B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FE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computer picks a number from 1 to 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(use a fixed number first).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189222"/>
            <a:ext cx="9829800" cy="162458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Loop until the guess is right, print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"higher" or "lower", and stop after 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tries.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6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02   ·   Decisions and Loops   ·   17 / 17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381421"/>
            <a:ext cx="402336" cy="402336"/>
          </a:xfrm>
          <a:prstGeom prst="hexagon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More control flow tools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https://docs.python.org/3/tutorial/controlflow.html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43234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2811272"/>
            <a:ext cx="402336" cy="402336"/>
          </a:xfrm>
          <a:prstGeom prst="hexagon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379810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8 Style Guide for Python Code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https://peps.python.org/pep-0008/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73085"/>
            <a:ext cx="11430000" cy="13384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4241122"/>
            <a:ext cx="402336" cy="402336"/>
          </a:xfrm>
          <a:prstGeom prst="hexagon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809661"/>
            <a:ext cx="10561320" cy="1265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docs: Truth value testing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https://docs.python.org/3/library/stdtypes.html#truth-value-testing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FFF2D4"/>
          </a:solidFill>
          <a:ln w="19050">
            <a:solidFill>
              <a:srgbClr val="7C6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Decisions and Loops</dc:title>
  <dc:subject>Python Lab Level 2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